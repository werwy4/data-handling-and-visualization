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71" r:id="rId11"/>
    <p:sldId id="258" r:id="rId12"/>
    <p:sldId id="267" r:id="rId13"/>
    <p:sldId id="268" r:id="rId14"/>
    <p:sldId id="259" r:id="rId15"/>
    <p:sldId id="269" r:id="rId16"/>
    <p:sldId id="274" r:id="rId17"/>
    <p:sldId id="260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9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5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783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3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6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1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3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87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4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38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63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6B88-1829-4275-A34B-50ACE98B19E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A4F7-688E-4273-B6CD-D6F063E6B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0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="" xmlns:a16="http://schemas.microsoft.com/office/drawing/2014/main" id="{33C5DF19-F35B-6C92-9F1B-BC8E8FC11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70116"/>
            <a:ext cx="12034684" cy="5525729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DSA0613- Data Handling and Visualization for Data Analytics</a:t>
            </a: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Advanced Data Visualization and R Programming for Business Demand Forecasting</a:t>
            </a:r>
            <a: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DR.KUMARAGURBARAN</a:t>
            </a:r>
            <a:b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(DEPARTMENT OF COMPUTER SCIENCE)</a:t>
            </a: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DR.S.SENTHILVADIVU</a:t>
            </a: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(DEPARTMENT OF COMPUTER SCIENCE </a:t>
            </a: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99D0638D-3FC9-C743-7845-BE576796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2052" y="5860027"/>
            <a:ext cx="3519948" cy="99797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P.SWATHIKA(192324197)</a:t>
            </a: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R.PARAMESWARI(192324118)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460" y="443598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54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04" y="13153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804" y="224569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R programming and data visualization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customer review data for business intelligence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focuses on demand and price forecasting by identifying trends and seasonal patterns using time-series visualizations and models like Prophet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performs sentiment analysis and topic modeling on customer reviews to validate ratings and understand customer perceptions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insights support better inventory management, pricing decisions, and strategic business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9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091" y="1194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804" y="1932790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data-driven e-commerce environment, businesses generate massive volumes of sales and customer feedback data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Amazon produce complex datasets containing pricing, ratings, discounts, and customer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methods fail to capture hidden patterns such as seasonality, sentiment impact, and price sensitivity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uses R programming to transform raw Amazon data into actionable business insights.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96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73" y="1551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212" y="250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face uncertainty in predicting future demand and pricing trends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may not always reflect true sentiment due to fake or biased reviews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sales or reviews leads to incomplete decision-making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integrated analytical framework combining forecasting and sentiment validation.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1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04" y="15555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883" y="262234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product demand and price trends using advanced models.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Prophet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accuracy.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review sentiment using VADER.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mismatches between star ratings and textual sentiment.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insights using professional R-based plots and dashboards.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56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246" y="15296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100802" y="2790952"/>
            <a:ext cx="7731604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make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inventory decisions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pricing strategies through feature importance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customer feedback by identifying suspicious reviews.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data and qualitative insights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real-world power of R for business intelligence.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47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453" y="15210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271" y="269689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publicly available Amazon sales and review datasets.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structured sales data and unstructured text reviews.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forecasting, sentiment analysis, and visualization.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selected product categories and time range.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real-time data or live deployment.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351" y="266330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63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268" y="14034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METHODOLOGY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20401" y="2604681"/>
            <a:ext cx="10647467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two-module approach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1: Demand and price forecasting.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Sentiment and review authenticity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modeling, evaluation, and visualization are performed entirely in R.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integrated for holistic business interpretation.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9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487" y="11877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607" y="2197822"/>
            <a:ext cx="8249997" cy="378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4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63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2600" y="2019529"/>
            <a:ext cx="3204723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tidytext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topicmodels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Reporting: R Markdown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600" y="2561956"/>
            <a:ext cx="6162088" cy="32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5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356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Price Demand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models and data visualization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696523"/>
            <a:ext cx="455360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sales and price data are cleaned and prepared.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Time-series patterns such as seasonality and trends are analyzed.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models are trained and tested.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 include predicted prices, trends, and error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4561" y="2696523"/>
            <a:ext cx="46823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seasonality and trend changes effectively.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business time-series data.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algorithm.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relationships between price, discounts, and ratings.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7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015" y="11807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METRICS &amp;RESULTS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342243" y="2434944"/>
            <a:ext cx="547455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Prophet performed better for pure time-series forecasting.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revealed key drivers like discount percentage and rating count.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clearly showed seasonal patterns and prediction accuracy.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support better pricing and inventory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341" y="2747099"/>
            <a:ext cx="7252138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 Error)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(Mean Absolute Percentage Error)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accuracy between models.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selecting the best forecasting approach.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39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162" y="9172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07432"/>
            <a:ext cx="4474588" cy="31318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93" y="1690688"/>
            <a:ext cx="8298611" cy="1698973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407432"/>
            <a:ext cx="5197762" cy="3131839"/>
          </a:xfrm>
          <a:prstGeom prst="rect">
            <a:avLst/>
          </a:prstGeom>
        </p:spPr>
      </p:pic>
      <p:pic>
        <p:nvPicPr>
          <p:cNvPr id="7" name="Picture 6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02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310" y="129923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Sentiment and Thematic Analysis for Review Authenticity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110" y="2696620"/>
            <a:ext cx="10515600" cy="36628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are collected and cleaned.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includes tokenization and stop-word removal.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scores are generated using VADER.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are extracted using LDA.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110" y="117775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85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453" y="12749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USING VADER &amp;TOPIC MODELING USING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76" y="2510592"/>
            <a:ext cx="4711262" cy="4316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assigns sentiment polarity scores to reviews.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are classified as positive, neutral, or negative.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scores are compared with star ratings.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 indicate potentially unreliable reviews.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52662" y="2376299"/>
            <a:ext cx="4711262" cy="4316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hidden themes in customer reviews.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topics include: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for Money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Experience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understand key customer concerns.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16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72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580" y="1678346"/>
            <a:ext cx="6192114" cy="172426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86233" y="3402612"/>
            <a:ext cx="5009767" cy="3000129"/>
          </a:xfrm>
          <a:prstGeom prst="rect">
            <a:avLst/>
          </a:prstGeom>
        </p:spPr>
      </p:pic>
      <p:pic>
        <p:nvPicPr>
          <p:cNvPr id="6" name="Picture 5" descr="C:\Users\swath\OneDrive\Pictures\Screenshots\Screenshot (160)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833" y="3443841"/>
            <a:ext cx="4840856" cy="291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41" y="202948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4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73" y="13916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393" y="250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understanding of forecasting and NLP.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with R analytics pipelines.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critical thinking.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reproducible and ethical data science practices.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22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321" y="15708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408207" y="2896374"/>
            <a:ext cx="7697941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forecasting and sentiment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Delivered meaningful business insights using R.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power of data visualization.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a scalable analytics framework for e-commerce.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26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755" y="2165334"/>
            <a:ext cx="4785722" cy="4140575"/>
          </a:xfrm>
          <a:prstGeom prst="rect">
            <a:avLst/>
          </a:prstGeom>
        </p:spPr>
      </p:pic>
      <p:pic>
        <p:nvPicPr>
          <p:cNvPr id="4" name="Picture 3" descr="SSE-Computer Science and Engineering">
            <a:extLst>
              <a:ext uri="{FF2B5EF4-FFF2-40B4-BE49-F238E27FC236}">
                <a16:creationId xmlns="" xmlns:a16="http://schemas.microsoft.com/office/drawing/2014/main" id="{BA08EA8E-797F-252A-888A-5298E12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41" y="295615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11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</TotalTime>
  <Words>755</Words>
  <Application>Microsoft Office PowerPoint</Application>
  <PresentationFormat>Widescreen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DSA0613- Data Handling and Visualization for Data Analytics  CAPSTONE PROJECT  ON Integrating Advanced Data Visualization and R Programming for Business Demand Forecasting  GUIDED BY DR.KUMARAGURBARAN (DEPARTMENT OF COMPUTER SCIENCE) DR.S.SENTHILVADIVU (DEPARTMENT OF COMPUTER SCIENCE )    </vt:lpstr>
      <vt:lpstr>ABSTRACT</vt:lpstr>
      <vt:lpstr>INTRODUCTION</vt:lpstr>
      <vt:lpstr>PROBLEM STATEMENT</vt:lpstr>
      <vt:lpstr>OBJECTIVES OF THE PROJECT</vt:lpstr>
      <vt:lpstr>SIGNIFICANCE OF THE STUDY</vt:lpstr>
      <vt:lpstr>SCOPE OF THE PROJECT</vt:lpstr>
      <vt:lpstr>OVERALL METHODOLOGY</vt:lpstr>
      <vt:lpstr>SYSTEM ARCHITECTURE</vt:lpstr>
      <vt:lpstr>TOOLS AND TECHNOLOGIES</vt:lpstr>
      <vt:lpstr>Module 1: Price Demand Forecasting using machine learning models and data visualization </vt:lpstr>
      <vt:lpstr>MODEL EVALUATION METRICS &amp;RESULTS</vt:lpstr>
      <vt:lpstr>OUTPUTS</vt:lpstr>
      <vt:lpstr> Module 2: Sentiment and Thematic Analysis for Review Authenticity Validation</vt:lpstr>
      <vt:lpstr>SENTIMENT ANALYSIS USING VADER &amp;TOPIC MODELING USING LDA</vt:lpstr>
      <vt:lpstr>OUTPUTS</vt:lpstr>
      <vt:lpstr>LEARNING OUTCOMES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DSA0613- Data Handling and Visualization for Data Analytics  CAPSTONE PROJECT  ON Integrating Advanced Data Visualization and R Programming for Business Demand Forecasting  GUIDED BY FACULTY NAME 1 (DEPARTMENT) FACULTY NAME 2 (DEPARTMENT )</dc:title>
  <dc:creator>Microsoft account</dc:creator>
  <cp:lastModifiedBy>Microsoft account</cp:lastModifiedBy>
  <cp:revision>19</cp:revision>
  <dcterms:created xsi:type="dcterms:W3CDTF">2026-01-08T05:51:22Z</dcterms:created>
  <dcterms:modified xsi:type="dcterms:W3CDTF">2026-01-31T09:43:54Z</dcterms:modified>
</cp:coreProperties>
</file>